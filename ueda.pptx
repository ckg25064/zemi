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CCF2CD-0C9E-D1BF-52DA-4F876A866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013DD9-492D-6F2F-C9C4-9ABF99196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6184C5-EBA7-2E70-B01F-38FBD018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90488D-F485-8C86-7A6A-C3603906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9FB14-962E-A613-5ECF-74CEA76B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76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39DC6-1D06-F74C-CCA3-2C784648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18A8C6-2C30-533B-6A67-9FBC8DFA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BAC26E-3DEF-A3F2-978A-8B7B7A90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9749C0-AD4B-FAFC-C7B7-B23B7895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6DB3AD-E098-6E96-3C71-A3F36062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86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EFC4B3-C2FC-7A26-C985-F64B73AF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D84326-DBE4-CB19-B55A-6D457E3D3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6003C1-6B7F-1B1C-AFCE-16E2B7E9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7B872-A3B3-870F-2C2D-8BCAD47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535C90-4C5D-03E6-F71C-1C30817C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46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2F1AA7-19E5-02A5-F76B-DE4965BA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8439C1-F204-3215-C8B6-A3372734C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04CCFC-4D86-A833-8DBE-B034A7E6C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C0B4ED-3C40-13BD-29D7-87355399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55198B-B6FB-999A-5222-C492A018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04EB0F-52AE-8F2A-A66C-1B670F4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16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FFBD9-A0AE-6103-0448-DFED8C12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0FACFF-7695-B506-D060-9C478D16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8B888E-E7E3-E0AD-B845-1AE21DCC7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EEE606-9E86-2A0F-A6F0-799F3CF49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0F44F6-41C4-875E-7C90-6A6188E73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B3A7F6-7AEE-4D5A-0AEC-C9D0B167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4C00DB-B450-E69C-09C6-C038F701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4869A4D-3582-1338-C3A6-E13B2E12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742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C51AFE-66DA-8FCB-9D68-F90C9E9D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C44D973-ED3B-D728-BA3D-1C6DAAA1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FA93AD-4B31-4902-81EB-939FE29F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D94882-F661-7AD1-236E-57988834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34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03BF8E-FA73-9249-D63C-C69AD807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F977C25-2436-71D0-C755-67A8EF42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C49EC8-C245-42AB-8B2E-A9F05A9D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005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6DC410-97F5-63D9-620B-B88F901A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206146-58C1-F3D1-5269-D16BD3C8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64F42F-30B0-1F83-E0F6-193F49044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6C61A7-1651-33EC-9233-716755CC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07713A-DC21-8080-769A-8C3D77D3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072779-2C64-B44D-C4E1-73905B03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40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4283E-29F3-0CC8-E563-A58C5F19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9EA66E-1FF2-D126-B62B-0E7F9AF89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226D39-0E6D-90B5-8496-F4CB771B8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3C708E-4F59-991E-47E5-E113BF8F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4473E5-E0C4-9843-5DA0-E06D00E9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05BE94-BE8C-E4D4-0F01-30A7C81E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49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4B604-1319-8ECF-98B0-29E8D46B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6BC79B-2BA3-5FCA-CC7E-BC540B991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C2CA07-2A75-FA8C-055D-05C86E0F8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C15831-3119-2ABA-7FE2-7CA60176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99AEA1-2D70-7BA5-628B-1A6B51C5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30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6EFE4E-49E7-1188-D08D-BD11EDC62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71C0805-D63B-B01B-C0E8-28FBAAC47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53F42B-A719-92FC-766D-94FD3649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0A94B2-B0D7-2EB9-1146-8ABB2AA3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4201CB-4C14-7B95-5327-77E8E54F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30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BCF7B4-0018-57EE-839E-300D1F08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45B516-05F9-3578-8035-34F505843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2604CC-57F6-E061-ACF1-109D0E7E5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64D13-593E-4CFD-9717-54CB5C6DDA1E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466D04-0E0B-42FE-ADD2-BB66F8467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25EA41-F8B2-90C2-B8BE-22A313EAF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6132F-FD95-4EB9-B69D-6EE01DC41F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33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5D45AFD-4FF7-E7CA-9F43-08D8D47310C7}"/>
              </a:ext>
            </a:extLst>
          </p:cNvPr>
          <p:cNvSpPr/>
          <p:nvPr/>
        </p:nvSpPr>
        <p:spPr>
          <a:xfrm>
            <a:off x="871442" y="331393"/>
            <a:ext cx="8941481" cy="6526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0466F0F-2973-93EF-C0A5-71DC8615298D}"/>
              </a:ext>
            </a:extLst>
          </p:cNvPr>
          <p:cNvSpPr/>
          <p:nvPr/>
        </p:nvSpPr>
        <p:spPr>
          <a:xfrm>
            <a:off x="1018728" y="503227"/>
            <a:ext cx="8542582" cy="484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5EA4B8A-71F7-B645-7D6F-8F2F5B55377E}"/>
              </a:ext>
            </a:extLst>
          </p:cNvPr>
          <p:cNvSpPr/>
          <p:nvPr/>
        </p:nvSpPr>
        <p:spPr>
          <a:xfrm>
            <a:off x="1018728" y="1086234"/>
            <a:ext cx="8542582" cy="270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D6CE63-600B-EA73-8611-B94271AB3A86}"/>
              </a:ext>
            </a:extLst>
          </p:cNvPr>
          <p:cNvSpPr/>
          <p:nvPr/>
        </p:nvSpPr>
        <p:spPr>
          <a:xfrm>
            <a:off x="1018728" y="1485133"/>
            <a:ext cx="8542582" cy="5995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5BA2982-97CB-8515-0308-2CB211761451}"/>
              </a:ext>
            </a:extLst>
          </p:cNvPr>
          <p:cNvGrpSpPr/>
          <p:nvPr/>
        </p:nvGrpSpPr>
        <p:grpSpPr>
          <a:xfrm>
            <a:off x="1129192" y="1976087"/>
            <a:ext cx="8149820" cy="2111098"/>
            <a:chOff x="1202835" y="3608505"/>
            <a:chExt cx="8149820" cy="2111098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22A90DC-CE01-28FC-3DC3-722F68A8CB64}"/>
                </a:ext>
              </a:extLst>
            </p:cNvPr>
            <p:cNvSpPr/>
            <p:nvPr/>
          </p:nvSpPr>
          <p:spPr>
            <a:xfrm>
              <a:off x="1350121" y="3717436"/>
              <a:ext cx="3982856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C2A503E-486A-4FC0-872C-D6E32C88EE76}"/>
                </a:ext>
              </a:extLst>
            </p:cNvPr>
            <p:cNvSpPr/>
            <p:nvPr/>
          </p:nvSpPr>
          <p:spPr>
            <a:xfrm>
              <a:off x="5578454" y="3729709"/>
              <a:ext cx="3531792" cy="13071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F27C28A-5A4A-342C-C72C-218EF37917C0}"/>
                </a:ext>
              </a:extLst>
            </p:cNvPr>
            <p:cNvSpPr/>
            <p:nvPr/>
          </p:nvSpPr>
          <p:spPr>
            <a:xfrm>
              <a:off x="1202835" y="3608505"/>
              <a:ext cx="8149820" cy="21110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583ACE-E2C1-C7DE-C063-AB3AF5C2DFDC}"/>
              </a:ext>
            </a:extLst>
          </p:cNvPr>
          <p:cNvSpPr/>
          <p:nvPr/>
        </p:nvSpPr>
        <p:spPr>
          <a:xfrm>
            <a:off x="1221246" y="1571050"/>
            <a:ext cx="8082314" cy="2147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36A1133-3D39-095D-E666-540C934011F9}"/>
              </a:ext>
            </a:extLst>
          </p:cNvPr>
          <p:cNvGrpSpPr/>
          <p:nvPr/>
        </p:nvGrpSpPr>
        <p:grpSpPr>
          <a:xfrm>
            <a:off x="1129192" y="4196116"/>
            <a:ext cx="8149820" cy="2111098"/>
            <a:chOff x="1202835" y="3608505"/>
            <a:chExt cx="8149820" cy="2111098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C57264F3-D28E-9F90-538E-094684C32453}"/>
                </a:ext>
              </a:extLst>
            </p:cNvPr>
            <p:cNvSpPr/>
            <p:nvPr/>
          </p:nvSpPr>
          <p:spPr>
            <a:xfrm>
              <a:off x="1350121" y="3717436"/>
              <a:ext cx="3982856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DB833CF-C253-8C11-2280-3341EDBD3668}"/>
                </a:ext>
              </a:extLst>
            </p:cNvPr>
            <p:cNvSpPr/>
            <p:nvPr/>
          </p:nvSpPr>
          <p:spPr>
            <a:xfrm>
              <a:off x="5578454" y="3729709"/>
              <a:ext cx="3531792" cy="13071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539EA43-E233-182D-DC0F-21F05BBEFE99}"/>
                </a:ext>
              </a:extLst>
            </p:cNvPr>
            <p:cNvSpPr/>
            <p:nvPr/>
          </p:nvSpPr>
          <p:spPr>
            <a:xfrm>
              <a:off x="1202835" y="3608505"/>
              <a:ext cx="8149820" cy="21110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D7DE88F-93C6-5120-FC2D-51D9FDB41E97}"/>
              </a:ext>
            </a:extLst>
          </p:cNvPr>
          <p:cNvGrpSpPr/>
          <p:nvPr/>
        </p:nvGrpSpPr>
        <p:grpSpPr>
          <a:xfrm>
            <a:off x="1129192" y="6428418"/>
            <a:ext cx="8149820" cy="2111098"/>
            <a:chOff x="1202835" y="3608505"/>
            <a:chExt cx="8149820" cy="2111098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7BE1FAD-9868-E54E-00D4-F18BA1C36AD5}"/>
                </a:ext>
              </a:extLst>
            </p:cNvPr>
            <p:cNvSpPr/>
            <p:nvPr/>
          </p:nvSpPr>
          <p:spPr>
            <a:xfrm>
              <a:off x="1350121" y="3717436"/>
              <a:ext cx="3982856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1265932E-5927-A950-81A1-E592039CDDD1}"/>
                </a:ext>
              </a:extLst>
            </p:cNvPr>
            <p:cNvSpPr/>
            <p:nvPr/>
          </p:nvSpPr>
          <p:spPr>
            <a:xfrm>
              <a:off x="5578454" y="3729709"/>
              <a:ext cx="3531792" cy="13071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B688BD75-4817-34DD-12F8-08AD7F88F1B2}"/>
                </a:ext>
              </a:extLst>
            </p:cNvPr>
            <p:cNvSpPr/>
            <p:nvPr/>
          </p:nvSpPr>
          <p:spPr>
            <a:xfrm>
              <a:off x="1202835" y="3608505"/>
              <a:ext cx="8149820" cy="21110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42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67DA12-2968-8E25-DDC0-E2B540023B3A}"/>
              </a:ext>
            </a:extLst>
          </p:cNvPr>
          <p:cNvSpPr/>
          <p:nvPr/>
        </p:nvSpPr>
        <p:spPr>
          <a:xfrm>
            <a:off x="871442" y="331393"/>
            <a:ext cx="8941481" cy="6526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DDCED8C-D9A4-B37B-FFBB-102F12136C0B}"/>
              </a:ext>
            </a:extLst>
          </p:cNvPr>
          <p:cNvSpPr/>
          <p:nvPr/>
        </p:nvSpPr>
        <p:spPr>
          <a:xfrm>
            <a:off x="1018728" y="503227"/>
            <a:ext cx="8542582" cy="484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21FADE7-1A55-DCCF-A2F9-4DC23FA701C7}"/>
              </a:ext>
            </a:extLst>
          </p:cNvPr>
          <p:cNvSpPr/>
          <p:nvPr/>
        </p:nvSpPr>
        <p:spPr>
          <a:xfrm>
            <a:off x="1018728" y="1086234"/>
            <a:ext cx="8542582" cy="270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29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1</cp:revision>
  <dcterms:created xsi:type="dcterms:W3CDTF">2026-07-10T03:05:19Z</dcterms:created>
  <dcterms:modified xsi:type="dcterms:W3CDTF">2026-07-10T03:09:43Z</dcterms:modified>
</cp:coreProperties>
</file>