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71" r:id="rId4"/>
    <p:sldId id="269" r:id="rId5"/>
    <p:sldId id="275" r:id="rId6"/>
    <p:sldId id="263" r:id="rId7"/>
    <p:sldId id="272" r:id="rId8"/>
    <p:sldId id="273" r:id="rId9"/>
    <p:sldId id="27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80"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ja-JP" altLang="en-US"/>
              <a:t>マスター タイトルの書式設定</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lvl1pPr algn="l">
              <a:defRPr/>
            </a:lvl1pPr>
          </a:lstStyle>
          <a:p>
            <a:fld id="{E31BA835-12AC-4E8F-955A-EA3F4DE2791F}" type="datetime1">
              <a:rPr lang="en-US" smtClean="0"/>
              <a:t>7/7/2026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7755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7/7/2026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19416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31BA835-12AC-4E8F-955A-EA3F4DE2791F}" type="datetime1">
              <a:rPr lang="en-US" smtClean="0"/>
              <a:t>7/7/2026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717393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31BA835-12AC-4E8F-955A-EA3F4DE2791F}" type="datetime1">
              <a:rPr lang="en-US" smtClean="0"/>
              <a:t>7/7/2026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524822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24128" y="2967788"/>
            <a:ext cx="4754880" cy="33415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ja-JP" altLang="en-US"/>
              <a:t>マスター テキストの書式設定</a:t>
            </a:r>
          </a:p>
        </p:txBody>
      </p:sp>
      <p:sp>
        <p:nvSpPr>
          <p:cNvPr id="6" name="Content Placeholder 5"/>
          <p:cNvSpPr>
            <a:spLocks noGrp="1"/>
          </p:cNvSpPr>
          <p:nvPr>
            <p:ph sz="quarter" idx="4"/>
          </p:nvPr>
        </p:nvSpPr>
        <p:spPr>
          <a:xfrm>
            <a:off x="5990888" y="2967788"/>
            <a:ext cx="4754880" cy="33415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31BA835-12AC-4E8F-955A-EA3F4DE2791F}" type="datetime1">
              <a:rPr lang="en-US" smtClean="0"/>
              <a:t>7/7/2026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27289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31BA835-12AC-4E8F-955A-EA3F4DE2791F}" type="datetime1">
              <a:rPr lang="en-US" smtClean="0"/>
              <a:t>7/7/2026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478883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1BA835-12AC-4E8F-955A-EA3F4DE2791F}" type="datetime1">
              <a:rPr lang="en-US" smtClean="0"/>
              <a:t>7/7/2026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6282199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ja-JP" altLang="en-US"/>
              <a:t>マスター タイトルの書式設定</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31BA835-12AC-4E8F-955A-EA3F4DE2791F}" type="datetime1">
              <a:rPr lang="en-US" smtClean="0"/>
              <a:t>7/7/2026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442225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31BA835-12AC-4E8F-955A-EA3F4DE2791F}" type="datetime1">
              <a:rPr lang="en-US" smtClean="0"/>
              <a:t>7/7/2026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5068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7/7/2026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38376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31BA835-12AC-4E8F-955A-EA3F4DE2791F}" type="datetime1">
              <a:rPr lang="en-US" smtClean="0"/>
              <a:t>7/7/2026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1632041"/>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31BA835-12AC-4E8F-955A-EA3F4DE2791F}" type="datetime1">
              <a:rPr lang="en-US" smtClean="0"/>
              <a:t>7/7/2026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7E7843D-FF13-4365-9478-9625B70A2705}"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952178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sldNum="0" hdr="0" ftr="0" dt="0"/>
  <p:txStyles>
    <p:titleStyle>
      <a:lvl1pPr algn="l" defTabSz="914400" rtl="0" eaLnBrk="1" latinLnBrk="0" hangingPunct="1">
        <a:lnSpc>
          <a:spcPct val="80000"/>
        </a:lnSpc>
        <a:spcBef>
          <a:spcPct val="0"/>
        </a:spcBef>
        <a:buNone/>
        <a:defRPr kumimoji="1"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kumimoji="1"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167427-DA01-79D5-C788-9A68AA43A294}"/>
              </a:ext>
            </a:extLst>
          </p:cNvPr>
          <p:cNvSpPr>
            <a:spLocks noGrp="1"/>
          </p:cNvSpPr>
          <p:nvPr>
            <p:ph type="ctrTitle"/>
          </p:nvPr>
        </p:nvSpPr>
        <p:spPr/>
        <p:txBody>
          <a:bodyPr/>
          <a:lstStyle/>
          <a:p>
            <a:r>
              <a:rPr kumimoji="1" lang="ja-JP" altLang="en-US" dirty="0"/>
              <a:t>卒業制作中間発表</a:t>
            </a:r>
          </a:p>
        </p:txBody>
      </p:sp>
      <p:sp>
        <p:nvSpPr>
          <p:cNvPr id="3" name="字幕 2">
            <a:extLst>
              <a:ext uri="{FF2B5EF4-FFF2-40B4-BE49-F238E27FC236}">
                <a16:creationId xmlns:a16="http://schemas.microsoft.com/office/drawing/2014/main" id="{9A695AD2-193D-CE94-C663-8D8E18432287}"/>
              </a:ext>
            </a:extLst>
          </p:cNvPr>
          <p:cNvSpPr>
            <a:spLocks noGrp="1"/>
          </p:cNvSpPr>
          <p:nvPr>
            <p:ph type="subTitle" idx="1"/>
          </p:nvPr>
        </p:nvSpPr>
        <p:spPr/>
        <p:txBody>
          <a:bodyPr/>
          <a:lstStyle/>
          <a:p>
            <a:r>
              <a:rPr lang="ja-JP" altLang="en-US" dirty="0"/>
              <a:t>２５０６４</a:t>
            </a:r>
            <a:endParaRPr lang="en-US" altLang="ja-JP" dirty="0"/>
          </a:p>
          <a:p>
            <a:r>
              <a:rPr kumimoji="1" lang="ja-JP" altLang="en-US" dirty="0"/>
              <a:t>井上優人</a:t>
            </a:r>
            <a:endParaRPr kumimoji="1" lang="en-US" altLang="ja-JP" dirty="0"/>
          </a:p>
        </p:txBody>
      </p:sp>
    </p:spTree>
    <p:extLst>
      <p:ext uri="{BB962C8B-B14F-4D97-AF65-F5344CB8AC3E}">
        <p14:creationId xmlns:p14="http://schemas.microsoft.com/office/powerpoint/2010/main" val="321942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27DA72-3E26-98E7-60B9-4AF9CF69F326}"/>
              </a:ext>
            </a:extLst>
          </p:cNvPr>
          <p:cNvSpPr>
            <a:spLocks noGrp="1"/>
          </p:cNvSpPr>
          <p:nvPr>
            <p:ph type="title"/>
          </p:nvPr>
        </p:nvSpPr>
        <p:spPr/>
        <p:txBody>
          <a:bodyPr>
            <a:normAutofit/>
          </a:bodyPr>
          <a:lstStyle/>
          <a:p>
            <a:r>
              <a:rPr kumimoji="1" lang="ja-JP" altLang="en-US" dirty="0"/>
              <a:t>テーマ</a:t>
            </a:r>
            <a:r>
              <a:rPr lang="ja-JP" altLang="en-US" dirty="0"/>
              <a:t>１</a:t>
            </a:r>
            <a:endParaRPr kumimoji="1" lang="ja-JP" altLang="en-US" dirty="0"/>
          </a:p>
        </p:txBody>
      </p:sp>
      <p:sp>
        <p:nvSpPr>
          <p:cNvPr id="3" name="コンテンツ プレースホルダー 2">
            <a:extLst>
              <a:ext uri="{FF2B5EF4-FFF2-40B4-BE49-F238E27FC236}">
                <a16:creationId xmlns:a16="http://schemas.microsoft.com/office/drawing/2014/main" id="{428B5376-3777-3145-7383-4208A2216528}"/>
              </a:ext>
            </a:extLst>
          </p:cNvPr>
          <p:cNvSpPr>
            <a:spLocks noGrp="1"/>
          </p:cNvSpPr>
          <p:nvPr>
            <p:ph idx="1"/>
          </p:nvPr>
        </p:nvSpPr>
        <p:spPr>
          <a:xfrm>
            <a:off x="1069848" y="3209544"/>
            <a:ext cx="9720073" cy="4023360"/>
          </a:xfrm>
        </p:spPr>
        <p:txBody>
          <a:bodyPr>
            <a:normAutofit/>
          </a:bodyPr>
          <a:lstStyle/>
          <a:p>
            <a:r>
              <a:rPr lang="ja-JP" altLang="en-US" sz="8800" dirty="0"/>
              <a:t>唐津くんちの紹介</a:t>
            </a:r>
            <a:endParaRPr kumimoji="1" lang="ja-JP" altLang="en-US" sz="8800" dirty="0"/>
          </a:p>
        </p:txBody>
      </p:sp>
    </p:spTree>
    <p:extLst>
      <p:ext uri="{BB962C8B-B14F-4D97-AF65-F5344CB8AC3E}">
        <p14:creationId xmlns:p14="http://schemas.microsoft.com/office/powerpoint/2010/main" val="229887478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3280A9-E265-46D1-8575-622906D20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4DE20B70-4750-4280-B3AC-512C05EEF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useBgFill="1">
        <p:nvSpPr>
          <p:cNvPr id="12" name="Rectangle 11">
            <a:extLst>
              <a:ext uri="{FF2B5EF4-FFF2-40B4-BE49-F238E27FC236}">
                <a16:creationId xmlns:a16="http://schemas.microsoft.com/office/drawing/2014/main" id="{98D95174-B5F2-424A-8183-654A5064D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368A96-A16E-42CE-842C-9166E567B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EE15BA9-5A40-C269-594B-235D0FAAC5BC}"/>
              </a:ext>
            </a:extLst>
          </p:cNvPr>
          <p:cNvSpPr>
            <a:spLocks noGrp="1"/>
          </p:cNvSpPr>
          <p:nvPr>
            <p:ph type="title"/>
          </p:nvPr>
        </p:nvSpPr>
        <p:spPr>
          <a:xfrm>
            <a:off x="4542188" y="942449"/>
            <a:ext cx="6681323" cy="1470249"/>
          </a:xfrm>
        </p:spPr>
        <p:txBody>
          <a:bodyPr>
            <a:normAutofit/>
          </a:bodyPr>
          <a:lstStyle/>
          <a:p>
            <a:r>
              <a:rPr kumimoji="1" lang="ja-JP" altLang="en-US" dirty="0"/>
              <a:t>目的</a:t>
            </a:r>
          </a:p>
        </p:txBody>
      </p:sp>
      <p:cxnSp>
        <p:nvCxnSpPr>
          <p:cNvPr id="16" name="Straight Connector 15">
            <a:extLst>
              <a:ext uri="{FF2B5EF4-FFF2-40B4-BE49-F238E27FC236}">
                <a16:creationId xmlns:a16="http://schemas.microsoft.com/office/drawing/2014/main" id="{E350D170-418B-4A22-8B98-15EF799FD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98367" y="2573573"/>
            <a:ext cx="65836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32681AE6-F7A7-2782-CEAA-FA6AF0AA51B1}"/>
              </a:ext>
            </a:extLst>
          </p:cNvPr>
          <p:cNvSpPr>
            <a:spLocks noGrp="1"/>
          </p:cNvSpPr>
          <p:nvPr>
            <p:ph idx="1"/>
          </p:nvPr>
        </p:nvSpPr>
        <p:spPr>
          <a:xfrm>
            <a:off x="4547043" y="2773885"/>
            <a:ext cx="6676469" cy="3141013"/>
          </a:xfrm>
        </p:spPr>
        <p:txBody>
          <a:bodyPr>
            <a:normAutofit/>
          </a:bodyPr>
          <a:lstStyle/>
          <a:p>
            <a:r>
              <a:rPr lang="ja-JP" altLang="en-US"/>
              <a:t>目的：ユネスコ文化遺産に登録されている地元のお祭りをもっとたくさんの人に知ってほしい</a:t>
            </a:r>
            <a:endParaRPr lang="en-US" altLang="ja-JP"/>
          </a:p>
          <a:p>
            <a:endParaRPr lang="en-US" altLang="ja-JP"/>
          </a:p>
          <a:p>
            <a:endParaRPr kumimoji="1" lang="en-US" altLang="ja-JP"/>
          </a:p>
        </p:txBody>
      </p:sp>
    </p:spTree>
    <p:extLst>
      <p:ext uri="{BB962C8B-B14F-4D97-AF65-F5344CB8AC3E}">
        <p14:creationId xmlns:p14="http://schemas.microsoft.com/office/powerpoint/2010/main" val="402631081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3280A9-E265-46D1-8575-622906D20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4DE20B70-4750-4280-B3AC-512C05EEF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useBgFill="1">
        <p:nvSpPr>
          <p:cNvPr id="12" name="Rectangle 11">
            <a:extLst>
              <a:ext uri="{FF2B5EF4-FFF2-40B4-BE49-F238E27FC236}">
                <a16:creationId xmlns:a16="http://schemas.microsoft.com/office/drawing/2014/main" id="{98D95174-B5F2-424A-8183-654A5064D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368A96-A16E-42CE-842C-9166E567B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D8B7C0D1-B61B-47EB-D122-280D4D6310A9}"/>
              </a:ext>
            </a:extLst>
          </p:cNvPr>
          <p:cNvSpPr>
            <a:spLocks noGrp="1"/>
          </p:cNvSpPr>
          <p:nvPr>
            <p:ph type="title"/>
          </p:nvPr>
        </p:nvSpPr>
        <p:spPr>
          <a:xfrm>
            <a:off x="4542188" y="942449"/>
            <a:ext cx="6681323" cy="1470249"/>
          </a:xfrm>
        </p:spPr>
        <p:txBody>
          <a:bodyPr>
            <a:normAutofit/>
          </a:bodyPr>
          <a:lstStyle/>
          <a:p>
            <a:r>
              <a:rPr kumimoji="1" lang="ja-JP" altLang="en-US" dirty="0"/>
              <a:t>ページ紹介</a:t>
            </a:r>
          </a:p>
        </p:txBody>
      </p:sp>
      <p:cxnSp>
        <p:nvCxnSpPr>
          <p:cNvPr id="16" name="Straight Connector 15">
            <a:extLst>
              <a:ext uri="{FF2B5EF4-FFF2-40B4-BE49-F238E27FC236}">
                <a16:creationId xmlns:a16="http://schemas.microsoft.com/office/drawing/2014/main" id="{E350D170-418B-4A22-8B98-15EF799FD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98367" y="2573573"/>
            <a:ext cx="65836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07F67376-AAF2-BB61-D0FB-EEB3DD4B610B}"/>
              </a:ext>
            </a:extLst>
          </p:cNvPr>
          <p:cNvSpPr>
            <a:spLocks noGrp="1"/>
          </p:cNvSpPr>
          <p:nvPr>
            <p:ph idx="1"/>
          </p:nvPr>
        </p:nvSpPr>
        <p:spPr>
          <a:xfrm>
            <a:off x="4547043" y="2773885"/>
            <a:ext cx="6676469" cy="3141013"/>
          </a:xfrm>
        </p:spPr>
        <p:txBody>
          <a:bodyPr>
            <a:normAutofit/>
          </a:bodyPr>
          <a:lstStyle/>
          <a:p>
            <a:r>
              <a:rPr kumimoji="1" lang="ja-JP" altLang="en-US"/>
              <a:t>ページ１　唐津くんちの簡単な説明</a:t>
            </a:r>
            <a:endParaRPr kumimoji="1" lang="en-US" altLang="ja-JP"/>
          </a:p>
          <a:p>
            <a:r>
              <a:rPr lang="ja-JP" altLang="en-US"/>
              <a:t>ページ２　唐津くんちの歴史</a:t>
            </a:r>
            <a:endParaRPr lang="en-US" altLang="ja-JP"/>
          </a:p>
          <a:p>
            <a:r>
              <a:rPr kumimoji="1" lang="ja-JP" altLang="en-US"/>
              <a:t>ページ３　曳山と法被の紹介</a:t>
            </a:r>
            <a:endParaRPr kumimoji="1" lang="en-US" altLang="ja-JP"/>
          </a:p>
          <a:p>
            <a:r>
              <a:rPr lang="ja-JP" altLang="en-US"/>
              <a:t>ページ４　来場者数の紹介</a:t>
            </a:r>
            <a:endParaRPr lang="en-US" altLang="ja-JP"/>
          </a:p>
          <a:p>
            <a:r>
              <a:rPr kumimoji="1" lang="ja-JP" altLang="en-US"/>
              <a:t>ページ５　グッズや屋台の紹介</a:t>
            </a:r>
            <a:endParaRPr kumimoji="1" lang="en-US" altLang="ja-JP"/>
          </a:p>
          <a:p>
            <a:endParaRPr kumimoji="1" lang="ja-JP" altLang="en-US" dirty="0"/>
          </a:p>
        </p:txBody>
      </p:sp>
    </p:spTree>
    <p:extLst>
      <p:ext uri="{BB962C8B-B14F-4D97-AF65-F5344CB8AC3E}">
        <p14:creationId xmlns:p14="http://schemas.microsoft.com/office/powerpoint/2010/main" val="18369789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AE1107-CEC3-4041-8BAA-CDB6F6759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24DCC64-96A5-8763-1FBC-5D9947C3737D}"/>
              </a:ext>
            </a:extLst>
          </p:cNvPr>
          <p:cNvSpPr>
            <a:spLocks noGrp="1"/>
          </p:cNvSpPr>
          <p:nvPr>
            <p:ph type="title"/>
          </p:nvPr>
        </p:nvSpPr>
        <p:spPr>
          <a:xfrm>
            <a:off x="1024129" y="585216"/>
            <a:ext cx="3779085" cy="1499616"/>
          </a:xfrm>
        </p:spPr>
        <p:txBody>
          <a:bodyPr vert="horz" lIns="91440" tIns="45720" rIns="91440" bIns="45720" rtlCol="0">
            <a:normAutofit/>
          </a:bodyPr>
          <a:lstStyle/>
          <a:p>
            <a:r>
              <a:rPr kumimoji="1" lang="ja-JP" altLang="en-US" kern="1200" cap="all" spc="200" baseline="0">
                <a:solidFill>
                  <a:srgbClr val="FFFFFF"/>
                </a:solidFill>
                <a:latin typeface="+mj-lt"/>
                <a:ea typeface="+mj-ea"/>
                <a:cs typeface="+mj-cs"/>
              </a:rPr>
              <a:t>レイアウト案</a:t>
            </a:r>
          </a:p>
        </p:txBody>
      </p:sp>
      <p:cxnSp>
        <p:nvCxnSpPr>
          <p:cNvPr id="16" name="Straight Connector 15">
            <a:extLst>
              <a:ext uri="{FF2B5EF4-FFF2-40B4-BE49-F238E27FC236}">
                <a16:creationId xmlns:a16="http://schemas.microsoft.com/office/drawing/2014/main" id="{1AEA88FB-F5DD-45CE-AAE1-7B33D0ABDD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4687B683-BF1B-E8F9-A605-071CA3C1B142}"/>
              </a:ext>
            </a:extLst>
          </p:cNvPr>
          <p:cNvSpPr>
            <a:spLocks noGrp="1"/>
          </p:cNvSpPr>
          <p:nvPr>
            <p:ph idx="1"/>
          </p:nvPr>
        </p:nvSpPr>
        <p:spPr>
          <a:xfrm>
            <a:off x="1024129" y="2286000"/>
            <a:ext cx="3791711" cy="3931920"/>
          </a:xfrm>
        </p:spPr>
        <p:txBody>
          <a:bodyPr vert="horz" lIns="91440" tIns="45720" rIns="91440" bIns="45720" rtlCol="0">
            <a:normAutofit/>
          </a:bodyPr>
          <a:lstStyle/>
          <a:p>
            <a:pPr marL="0" indent="0">
              <a:spcBef>
                <a:spcPts val="0"/>
              </a:spcBef>
              <a:buNone/>
            </a:pPr>
            <a:r>
              <a:rPr lang="ja-JP" altLang="en-US">
                <a:solidFill>
                  <a:srgbClr val="FFFFFF"/>
                </a:solidFill>
              </a:rPr>
              <a:t>唐津くんちの迫力を前面に出したサイトにする</a:t>
            </a:r>
            <a:endParaRPr lang="en-US">
              <a:solidFill>
                <a:srgbClr val="FFFFFF"/>
              </a:solidFill>
            </a:endParaRPr>
          </a:p>
        </p:txBody>
      </p:sp>
      <p:pic>
        <p:nvPicPr>
          <p:cNvPr id="5" name="コンテンツ プレースホルダー 4" descr="グラフィカル ユーザー インターフェイス, Web サイト&#10;&#10;AI によって生成されたコンテンツは間違っている可能性があります。">
            <a:extLst>
              <a:ext uri="{FF2B5EF4-FFF2-40B4-BE49-F238E27FC236}">
                <a16:creationId xmlns:a16="http://schemas.microsoft.com/office/drawing/2014/main" id="{2C6B1211-8062-6BDE-E0CB-1AB1697583B4}"/>
              </a:ext>
            </a:extLst>
          </p:cNvPr>
          <p:cNvPicPr>
            <a:picLocks noChangeAspect="1"/>
          </p:cNvPicPr>
          <p:nvPr/>
        </p:nvPicPr>
        <p:blipFill>
          <a:blip r:embed="rId2">
            <a:extLst>
              <a:ext uri="{28A0092B-C50C-407E-A947-70E740481C1C}">
                <a14:useLocalDpi xmlns:a14="http://schemas.microsoft.com/office/drawing/2010/main" val="0"/>
              </a:ext>
            </a:extLst>
          </a:blip>
          <a:srcRect r="-2" b="1335"/>
          <a:stretch>
            <a:fillRect/>
          </a:stretch>
        </p:blipFill>
        <p:spPr>
          <a:xfrm>
            <a:off x="6937130" y="640080"/>
            <a:ext cx="3773660" cy="5577840"/>
          </a:xfrm>
          <a:prstGeom prst="rect">
            <a:avLst/>
          </a:prstGeom>
        </p:spPr>
      </p:pic>
    </p:spTree>
    <p:extLst>
      <p:ext uri="{BB962C8B-B14F-4D97-AF65-F5344CB8AC3E}">
        <p14:creationId xmlns:p14="http://schemas.microsoft.com/office/powerpoint/2010/main" val="3258174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6"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cxnSp>
        <p:nvCxnSpPr>
          <p:cNvPr id="7" name="Straight Connector 11">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13">
            <a:extLst>
              <a:ext uri="{FF2B5EF4-FFF2-40B4-BE49-F238E27FC236}">
                <a16:creationId xmlns:a16="http://schemas.microsoft.com/office/drawing/2014/main" id="{9ABC736F-FD1E-4980-876D-E5C387739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5">
            <a:extLst>
              <a:ext uri="{FF2B5EF4-FFF2-40B4-BE49-F238E27FC236}">
                <a16:creationId xmlns:a16="http://schemas.microsoft.com/office/drawing/2014/main" id="{8D98EE46-797C-45B8-8337-491B94E05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83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A0FEF6A5-D0E4-9CB3-E433-20E64127FC6E}"/>
              </a:ext>
            </a:extLst>
          </p:cNvPr>
          <p:cNvSpPr>
            <a:spLocks noGrp="1"/>
          </p:cNvSpPr>
          <p:nvPr>
            <p:ph type="title"/>
          </p:nvPr>
        </p:nvSpPr>
        <p:spPr>
          <a:xfrm>
            <a:off x="634501" y="640080"/>
            <a:ext cx="4019429" cy="3339348"/>
          </a:xfrm>
        </p:spPr>
        <p:txBody>
          <a:bodyPr vert="horz" lIns="91440" tIns="45720" rIns="91440" bIns="45720" rtlCol="0" anchor="b">
            <a:normAutofit/>
          </a:bodyPr>
          <a:lstStyle/>
          <a:p>
            <a:pPr algn="r"/>
            <a:r>
              <a:rPr kumimoji="1" lang="ja-JP" altLang="en-US" sz="4400" spc="200">
                <a:solidFill>
                  <a:srgbClr val="FFFFFF"/>
                </a:solidFill>
              </a:rPr>
              <a:t>テーマ２</a:t>
            </a:r>
          </a:p>
        </p:txBody>
      </p:sp>
      <p:sp>
        <p:nvSpPr>
          <p:cNvPr id="3" name="コンテンツ プレースホルダー 2">
            <a:extLst>
              <a:ext uri="{FF2B5EF4-FFF2-40B4-BE49-F238E27FC236}">
                <a16:creationId xmlns:a16="http://schemas.microsoft.com/office/drawing/2014/main" id="{F0CCB4DD-C06D-07C0-C28E-248F419CE823}"/>
              </a:ext>
            </a:extLst>
          </p:cNvPr>
          <p:cNvSpPr>
            <a:spLocks noGrp="1"/>
          </p:cNvSpPr>
          <p:nvPr>
            <p:ph idx="1"/>
          </p:nvPr>
        </p:nvSpPr>
        <p:spPr>
          <a:xfrm>
            <a:off x="638921" y="4315017"/>
            <a:ext cx="4015009" cy="1893939"/>
          </a:xfrm>
        </p:spPr>
        <p:txBody>
          <a:bodyPr vert="horz" lIns="91440" tIns="45720" rIns="91440" bIns="45720" rtlCol="0" anchor="t">
            <a:normAutofit/>
          </a:bodyPr>
          <a:lstStyle/>
          <a:p>
            <a:pPr marL="0" indent="0" algn="r">
              <a:lnSpc>
                <a:spcPct val="100000"/>
              </a:lnSpc>
              <a:spcBef>
                <a:spcPts val="0"/>
              </a:spcBef>
              <a:buNone/>
            </a:pPr>
            <a:r>
              <a:rPr kumimoji="1" lang="ja-JP" altLang="en-US" sz="1600" dirty="0">
                <a:solidFill>
                  <a:srgbClr val="FFFFFF"/>
                </a:solidFill>
              </a:rPr>
              <a:t>唐津市の事をもっと知ってもらう</a:t>
            </a:r>
          </a:p>
        </p:txBody>
      </p:sp>
      <p:cxnSp>
        <p:nvCxnSpPr>
          <p:cNvPr id="13" name="Straight Connector 17">
            <a:extLst>
              <a:ext uri="{FF2B5EF4-FFF2-40B4-BE49-F238E27FC236}">
                <a16:creationId xmlns:a16="http://schemas.microsoft.com/office/drawing/2014/main" id="{4E4CA735-62CB-4665-AA7D-4A259E3F7C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39130" y="4156010"/>
            <a:ext cx="356616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9">
            <a:extLst>
              <a:ext uri="{FF2B5EF4-FFF2-40B4-BE49-F238E27FC236}">
                <a16:creationId xmlns:a16="http://schemas.microsoft.com/office/drawing/2014/main" id="{3915B512-930A-40F0-82A6-4895B71A9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396" y="0"/>
            <a:ext cx="6909991" cy="6858000"/>
          </a:xfrm>
          <a:prstGeom prst="rect">
            <a:avLst/>
          </a:prstGeom>
          <a:blipFill dpi="0" rotWithShape="1">
            <a:blip r:embed="rId2">
              <a:duotone>
                <a:schemeClr val="accent1">
                  <a:shade val="45000"/>
                  <a:satMod val="135000"/>
                </a:schemeClr>
                <a:prstClr val="white"/>
              </a:duotone>
            </a:blip>
            <a:srcRect/>
            <a:tile tx="6350" ty="-101600" sx="70000" sy="7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Tree>
    <p:extLst>
      <p:ext uri="{BB962C8B-B14F-4D97-AF65-F5344CB8AC3E}">
        <p14:creationId xmlns:p14="http://schemas.microsoft.com/office/powerpoint/2010/main" val="1027461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3280A9-E265-46D1-8575-622906D20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4DE20B70-4750-4280-B3AC-512C05EEF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useBgFill="1">
        <p:nvSpPr>
          <p:cNvPr id="12" name="Rectangle 11">
            <a:extLst>
              <a:ext uri="{FF2B5EF4-FFF2-40B4-BE49-F238E27FC236}">
                <a16:creationId xmlns:a16="http://schemas.microsoft.com/office/drawing/2014/main" id="{98D95174-B5F2-424A-8183-654A5064D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368A96-A16E-42CE-842C-9166E567B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99A1839-BD42-2EF0-564B-4F2A15B15CF6}"/>
              </a:ext>
            </a:extLst>
          </p:cNvPr>
          <p:cNvSpPr>
            <a:spLocks noGrp="1"/>
          </p:cNvSpPr>
          <p:nvPr>
            <p:ph type="title"/>
          </p:nvPr>
        </p:nvSpPr>
        <p:spPr>
          <a:xfrm>
            <a:off x="4542188" y="942449"/>
            <a:ext cx="6681323" cy="1470249"/>
          </a:xfrm>
        </p:spPr>
        <p:txBody>
          <a:bodyPr>
            <a:normAutofit/>
          </a:bodyPr>
          <a:lstStyle/>
          <a:p>
            <a:r>
              <a:rPr kumimoji="1" lang="ja-JP" altLang="en-US" dirty="0"/>
              <a:t>目的</a:t>
            </a:r>
          </a:p>
        </p:txBody>
      </p:sp>
      <p:cxnSp>
        <p:nvCxnSpPr>
          <p:cNvPr id="16" name="Straight Connector 15">
            <a:extLst>
              <a:ext uri="{FF2B5EF4-FFF2-40B4-BE49-F238E27FC236}">
                <a16:creationId xmlns:a16="http://schemas.microsoft.com/office/drawing/2014/main" id="{E350D170-418B-4A22-8B98-15EF799FD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98367" y="2573573"/>
            <a:ext cx="65836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9E2EA18B-F3E4-1EEA-8496-30AF1F808AEB}"/>
              </a:ext>
            </a:extLst>
          </p:cNvPr>
          <p:cNvSpPr>
            <a:spLocks noGrp="1"/>
          </p:cNvSpPr>
          <p:nvPr>
            <p:ph idx="1"/>
          </p:nvPr>
        </p:nvSpPr>
        <p:spPr>
          <a:xfrm>
            <a:off x="4547043" y="2773885"/>
            <a:ext cx="6676469" cy="3141013"/>
          </a:xfrm>
        </p:spPr>
        <p:txBody>
          <a:bodyPr>
            <a:normAutofit/>
          </a:bodyPr>
          <a:lstStyle/>
          <a:p>
            <a:r>
              <a:rPr kumimoji="1" lang="ja-JP" altLang="en-US"/>
              <a:t>目的１</a:t>
            </a:r>
            <a:endParaRPr kumimoji="1" lang="en-US" altLang="ja-JP"/>
          </a:p>
          <a:p>
            <a:r>
              <a:rPr lang="ja-JP" altLang="en-US"/>
              <a:t>佐賀県の人口が年々減少しているので、どうにか人口を増やしたい</a:t>
            </a:r>
            <a:endParaRPr lang="en-US" altLang="ja-JP"/>
          </a:p>
          <a:p>
            <a:r>
              <a:rPr lang="ja-JP" altLang="en-US"/>
              <a:t>目的２</a:t>
            </a:r>
            <a:endParaRPr lang="en-US" altLang="ja-JP"/>
          </a:p>
          <a:p>
            <a:pPr marL="0" indent="0">
              <a:buNone/>
            </a:pPr>
            <a:r>
              <a:rPr kumimoji="1" lang="ja-JP" altLang="en-US"/>
              <a:t>ほとんどの人が、佐賀のいいところを知らないから知ってほしい</a:t>
            </a:r>
          </a:p>
          <a:p>
            <a:endParaRPr kumimoji="1" lang="ja-JP" altLang="en-US"/>
          </a:p>
        </p:txBody>
      </p:sp>
    </p:spTree>
    <p:extLst>
      <p:ext uri="{BB962C8B-B14F-4D97-AF65-F5344CB8AC3E}">
        <p14:creationId xmlns:p14="http://schemas.microsoft.com/office/powerpoint/2010/main" val="1738773778"/>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hade val="85000"/>
            <a:satMod val="12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3280A9-E265-46D1-8575-622906D20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6">
            <a:extLst>
              <a:ext uri="{FF2B5EF4-FFF2-40B4-BE49-F238E27FC236}">
                <a16:creationId xmlns:a16="http://schemas.microsoft.com/office/drawing/2014/main" id="{4DE20B70-4750-4280-B3AC-512C05EEF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useBgFill="1">
        <p:nvSpPr>
          <p:cNvPr id="12" name="Rectangle 11">
            <a:extLst>
              <a:ext uri="{FF2B5EF4-FFF2-40B4-BE49-F238E27FC236}">
                <a16:creationId xmlns:a16="http://schemas.microsoft.com/office/drawing/2014/main" id="{98D95174-B5F2-424A-8183-654A5064D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368A96-A16E-42CE-842C-9166E567B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B224D334-8DA9-1FC3-41DF-D88A5E0F2E61}"/>
              </a:ext>
            </a:extLst>
          </p:cNvPr>
          <p:cNvSpPr>
            <a:spLocks noGrp="1"/>
          </p:cNvSpPr>
          <p:nvPr>
            <p:ph type="title"/>
          </p:nvPr>
        </p:nvSpPr>
        <p:spPr>
          <a:xfrm>
            <a:off x="4542188" y="942449"/>
            <a:ext cx="6681323" cy="1470249"/>
          </a:xfrm>
        </p:spPr>
        <p:txBody>
          <a:bodyPr>
            <a:normAutofit/>
          </a:bodyPr>
          <a:lstStyle/>
          <a:p>
            <a:r>
              <a:rPr kumimoji="1" lang="ja-JP" altLang="en-US" dirty="0"/>
              <a:t>ページ紹介</a:t>
            </a:r>
          </a:p>
        </p:txBody>
      </p:sp>
      <p:cxnSp>
        <p:nvCxnSpPr>
          <p:cNvPr id="16" name="Straight Connector 15">
            <a:extLst>
              <a:ext uri="{FF2B5EF4-FFF2-40B4-BE49-F238E27FC236}">
                <a16:creationId xmlns:a16="http://schemas.microsoft.com/office/drawing/2014/main" id="{E350D170-418B-4A22-8B98-15EF799FD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98367" y="2573573"/>
            <a:ext cx="65836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91166983-BE86-89D8-64AF-F23ABC8AA512}"/>
              </a:ext>
            </a:extLst>
          </p:cNvPr>
          <p:cNvSpPr>
            <a:spLocks noGrp="1"/>
          </p:cNvSpPr>
          <p:nvPr>
            <p:ph idx="1"/>
          </p:nvPr>
        </p:nvSpPr>
        <p:spPr>
          <a:xfrm>
            <a:off x="4547043" y="2773885"/>
            <a:ext cx="6676469" cy="3141013"/>
          </a:xfrm>
        </p:spPr>
        <p:txBody>
          <a:bodyPr>
            <a:normAutofit/>
          </a:bodyPr>
          <a:lstStyle/>
          <a:p>
            <a:r>
              <a:rPr kumimoji="1" lang="ja-JP" altLang="en-US"/>
              <a:t>ページ１　意外と知られていない佐賀の凄いところ</a:t>
            </a:r>
            <a:endParaRPr kumimoji="1" lang="en-US" altLang="ja-JP"/>
          </a:p>
          <a:p>
            <a:r>
              <a:rPr lang="ja-JP" altLang="en-US"/>
              <a:t>ページ２</a:t>
            </a:r>
            <a:r>
              <a:rPr kumimoji="1" lang="ja-JP" altLang="en-US"/>
              <a:t>　佐賀の住みやすい地域ベスト５</a:t>
            </a:r>
            <a:endParaRPr kumimoji="1" lang="en-US" altLang="ja-JP"/>
          </a:p>
          <a:p>
            <a:r>
              <a:rPr lang="ja-JP" altLang="en-US"/>
              <a:t>ページ３　</a:t>
            </a:r>
            <a:r>
              <a:rPr kumimoji="1" lang="ja-JP" altLang="en-US"/>
              <a:t>年間の目玉行事</a:t>
            </a:r>
            <a:endParaRPr kumimoji="1" lang="en-US" altLang="ja-JP"/>
          </a:p>
          <a:p>
            <a:r>
              <a:rPr lang="ja-JP" altLang="en-US"/>
              <a:t>ページ４　</a:t>
            </a:r>
            <a:r>
              <a:rPr kumimoji="1" lang="ja-JP" altLang="en-US"/>
              <a:t>絶景スポット</a:t>
            </a:r>
            <a:endParaRPr kumimoji="1" lang="en-US" altLang="ja-JP"/>
          </a:p>
          <a:p>
            <a:r>
              <a:rPr lang="ja-JP" altLang="en-US"/>
              <a:t>ページ５　おいしいお店</a:t>
            </a:r>
            <a:endParaRPr kumimoji="1" lang="ja-JP" altLang="en-US"/>
          </a:p>
          <a:p>
            <a:r>
              <a:rPr lang="ja-JP" altLang="en-US"/>
              <a:t>　</a:t>
            </a:r>
            <a:endParaRPr kumimoji="1" lang="ja-JP" altLang="en-US"/>
          </a:p>
          <a:p>
            <a:endParaRPr kumimoji="1" lang="ja-JP" altLang="en-US" dirty="0"/>
          </a:p>
        </p:txBody>
      </p:sp>
    </p:spTree>
    <p:extLst>
      <p:ext uri="{BB962C8B-B14F-4D97-AF65-F5344CB8AC3E}">
        <p14:creationId xmlns:p14="http://schemas.microsoft.com/office/powerpoint/2010/main" val="3068795217"/>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sp>
        <p:nvSpPr>
          <p:cNvPr id="16"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cxnSp>
        <p:nvCxnSpPr>
          <p:cNvPr id="18" name="Straight Connector 17">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0" name="Rectangle 19">
            <a:extLst>
              <a:ext uri="{FF2B5EF4-FFF2-40B4-BE49-F238E27FC236}">
                <a16:creationId xmlns:a16="http://schemas.microsoft.com/office/drawing/2014/main" id="{C411DB08-1669-426B-BBEB-FAD285EF8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29E4219-121F-4CD1-AA58-24746CD29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DD5FFA0-395D-1838-EB74-0DBCC4974B3F}"/>
              </a:ext>
            </a:extLst>
          </p:cNvPr>
          <p:cNvSpPr>
            <a:spLocks noGrp="1"/>
          </p:cNvSpPr>
          <p:nvPr>
            <p:ph type="title"/>
          </p:nvPr>
        </p:nvSpPr>
        <p:spPr>
          <a:xfrm>
            <a:off x="634276" y="640080"/>
            <a:ext cx="4208656" cy="3034857"/>
          </a:xfrm>
        </p:spPr>
        <p:txBody>
          <a:bodyPr vert="horz" lIns="91440" tIns="45720" rIns="91440" bIns="45720" rtlCol="0" anchor="b">
            <a:normAutofit/>
          </a:bodyPr>
          <a:lstStyle/>
          <a:p>
            <a:pPr algn="r"/>
            <a:r>
              <a:rPr kumimoji="1" lang="ja-JP" altLang="en-US" sz="4400" kern="1200" cap="all" spc="200" baseline="0">
                <a:solidFill>
                  <a:srgbClr val="FFFFFF"/>
                </a:solidFill>
                <a:latin typeface="+mj-lt"/>
                <a:ea typeface="+mj-ea"/>
                <a:cs typeface="+mj-cs"/>
              </a:rPr>
              <a:t>レイアウト案</a:t>
            </a:r>
          </a:p>
        </p:txBody>
      </p:sp>
      <p:sp>
        <p:nvSpPr>
          <p:cNvPr id="9" name="Content Placeholder 8">
            <a:extLst>
              <a:ext uri="{FF2B5EF4-FFF2-40B4-BE49-F238E27FC236}">
                <a16:creationId xmlns:a16="http://schemas.microsoft.com/office/drawing/2014/main" id="{998DDE0F-7318-2C9C-CB8C-DAE1106D7ACD}"/>
              </a:ext>
            </a:extLst>
          </p:cNvPr>
          <p:cNvSpPr>
            <a:spLocks noGrp="1"/>
          </p:cNvSpPr>
          <p:nvPr>
            <p:ph idx="1"/>
          </p:nvPr>
        </p:nvSpPr>
        <p:spPr>
          <a:xfrm>
            <a:off x="638921" y="3849539"/>
            <a:ext cx="4204012" cy="2359417"/>
          </a:xfrm>
        </p:spPr>
        <p:txBody>
          <a:bodyPr vert="horz" lIns="91440" tIns="45720" rIns="91440" bIns="45720" rtlCol="0" anchor="t">
            <a:normAutofit/>
          </a:bodyPr>
          <a:lstStyle/>
          <a:p>
            <a:pPr marL="0" indent="0" algn="r">
              <a:lnSpc>
                <a:spcPct val="100000"/>
              </a:lnSpc>
              <a:spcBef>
                <a:spcPts val="0"/>
              </a:spcBef>
              <a:buNone/>
            </a:pPr>
            <a:r>
              <a:rPr lang="ja-JP" altLang="en-US" sz="1600">
                <a:solidFill>
                  <a:srgbClr val="FFFFFF"/>
                </a:solidFill>
              </a:rPr>
              <a:t>佐賀の各所の名所やおいしいものわかりやすく伝える</a:t>
            </a:r>
            <a:endParaRPr lang="en-US" sz="1600">
              <a:solidFill>
                <a:srgbClr val="FFFFFF"/>
              </a:solidFill>
            </a:endParaRPr>
          </a:p>
        </p:txBody>
      </p:sp>
      <p:cxnSp>
        <p:nvCxnSpPr>
          <p:cNvPr id="24" name="Straight Connector 23">
            <a:extLst>
              <a:ext uri="{FF2B5EF4-FFF2-40B4-BE49-F238E27FC236}">
                <a16:creationId xmlns:a16="http://schemas.microsoft.com/office/drawing/2014/main" id="{52F50912-06FD-4216-BAD3-21050F5956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5" name="コンテンツ プレースホルダー 4" descr="タイムライン&#10;&#10;AI によって生成されたコンテンツは間違っている可能性があります。">
            <a:extLst>
              <a:ext uri="{FF2B5EF4-FFF2-40B4-BE49-F238E27FC236}">
                <a16:creationId xmlns:a16="http://schemas.microsoft.com/office/drawing/2014/main" id="{359BBA77-5905-A18F-DCEE-87785F92D3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3805" y="640080"/>
            <a:ext cx="3723859" cy="5578816"/>
          </a:xfrm>
          <a:prstGeom prst="rect">
            <a:avLst/>
          </a:prstGeom>
        </p:spPr>
      </p:pic>
    </p:spTree>
    <p:extLst>
      <p:ext uri="{BB962C8B-B14F-4D97-AF65-F5344CB8AC3E}">
        <p14:creationId xmlns:p14="http://schemas.microsoft.com/office/powerpoint/2010/main" val="4251255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インテグラル">
  <a:themeElements>
    <a:clrScheme name="インテグラル">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インテグラル">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インテグラル">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
  <TotalTime>4444</TotalTime>
  <Words>172</Words>
  <Application>Microsoft Office PowerPoint</Application>
  <PresentationFormat>ワイド画面</PresentationFormat>
  <Paragraphs>31</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Tw Cen MT</vt:lpstr>
      <vt:lpstr>Tw Cen MT Condensed</vt:lpstr>
      <vt:lpstr>Wingdings 3</vt:lpstr>
      <vt:lpstr>インテグラル</vt:lpstr>
      <vt:lpstr>卒業制作中間発表</vt:lpstr>
      <vt:lpstr>テーマ１</vt:lpstr>
      <vt:lpstr>目的</vt:lpstr>
      <vt:lpstr>ページ紹介</vt:lpstr>
      <vt:lpstr>レイアウト案</vt:lpstr>
      <vt:lpstr>テーマ２</vt:lpstr>
      <vt:lpstr>目的</vt:lpstr>
      <vt:lpstr>ページ紹介</vt:lpstr>
      <vt:lpstr>レイアウト案</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井上　優人</dc:creator>
  <cp:lastModifiedBy>井上　優人</cp:lastModifiedBy>
  <cp:revision>3</cp:revision>
  <dcterms:created xsi:type="dcterms:W3CDTF">2026-07-03T01:36:52Z</dcterms:created>
  <dcterms:modified xsi:type="dcterms:W3CDTF">2026-07-07T05:31:37Z</dcterms:modified>
</cp:coreProperties>
</file>